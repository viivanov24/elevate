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C3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6C5CE7">
              <a:alpha val="40000"/>
            </a:srgbClr>
          </a:solidFill>
          <a:ln w="12700">
            <a:solidFill>
              <a:srgbClr val="6C5CE7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A29BFE">
              <a:alpha val="30000"/>
            </a:srgbClr>
          </a:solidFill>
          <a:ln w="12700">
            <a:solidFill>
              <a:srgbClr val="A29BFE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FD79A8">
              <a:alpha val="35000"/>
            </a:srgbClr>
          </a:solidFill>
          <a:ln w="12700">
            <a:solidFill>
              <a:srgbClr val="FD79A8">
                <a:alpha val="3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0" y="274320"/>
            <a:ext cx="1280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🚀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Elevate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 your learning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 ·  Quizzes  ·  Progress Tracking  ·  Study Rooms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3657600"/>
            <a:ext cx="4023360" cy="640080"/>
          </a:xfrm>
          <a:prstGeom prst="rect">
            <a:avLst/>
          </a:prstGeom>
          <a:solidFill>
            <a:srgbClr val="FD79A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3657600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Documentation  •  v1.0  •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Elevate? 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109728" cy="1280160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8092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tutor in your pocket — available 24/7, never judges you, and actually makes studying kind of fun.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51460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514600"/>
            <a:ext cx="256032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2606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6576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your stuff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3611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Notes, PDFs, slides — or just paste in 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251460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2514600"/>
            <a:ext cx="2560320" cy="54864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606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20040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the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0" y="3611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 &amp; quizzes built automatically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2514600"/>
            <a:ext cx="256032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35040" y="2514600"/>
            <a:ext cx="256032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2606040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📈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35040" y="3200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your growth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035040" y="361188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exactly where to focus your study time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606040" cy="1691640"/>
          </a:xfrm>
          <a:prstGeom prst="rect">
            <a:avLst/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6C5CE7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216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Flashcards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cards with spaced repetition — study smarter, not harder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606040" cy="1691640"/>
          </a:xfrm>
          <a:prstGeom prst="rect">
            <a:avLst/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88720"/>
            <a:ext cx="548640" cy="548640"/>
          </a:xfrm>
          <a:prstGeom prst="ellipse">
            <a:avLst/>
          </a:prstGeom>
          <a:solidFill>
            <a:srgbClr val="FD79A8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977640" y="1216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Quizzes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7373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MCQ, true/false, fill-in-blank — adapts to your level over 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80760" y="1051560"/>
            <a:ext cx="2606040" cy="1691640"/>
          </a:xfrm>
          <a:prstGeom prst="rect">
            <a:avLst/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88720"/>
            <a:ext cx="548640" cy="548640"/>
          </a:xfrm>
          <a:prstGeom prst="ellipse">
            <a:avLst/>
          </a:prstGeom>
          <a:solidFill>
            <a:srgbClr val="00CEC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858000" y="121615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Streaks, accuracy, study time &amp; predicted exam readiness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971800"/>
            <a:ext cx="2606040" cy="1691640"/>
          </a:xfrm>
          <a:prstGeom prst="rect">
            <a:avLst/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108960"/>
            <a:ext cx="548640" cy="548640"/>
          </a:xfrm>
          <a:prstGeom prst="ellipse">
            <a:avLst/>
          </a:prstGeom>
          <a:solidFill>
            <a:srgbClr val="FDCB6E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🏠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1363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Rooms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Collaborate, compete &amp; quiz battle with classmates live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06040" cy="1691640"/>
          </a:xfrm>
          <a:prstGeom prst="rect">
            <a:avLst/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37560" y="3108960"/>
            <a:ext cx="548640" cy="548640"/>
          </a:xfrm>
          <a:prstGeom prst="ellipse">
            <a:avLst/>
          </a:prstGeom>
          <a:solidFill>
            <a:srgbClr val="A29BFE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977640" y="31363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'Explain This' for a plain-English breakdown with examples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2971800"/>
            <a:ext cx="2606040" cy="1691640"/>
          </a:xfrm>
          <a:prstGeom prst="rect">
            <a:avLst/>
          </a:prstGeom>
          <a:solidFill>
            <a:srgbClr val="F3F2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108960"/>
            <a:ext cx="548640" cy="548640"/>
          </a:xfrm>
          <a:prstGeom prst="ellipse">
            <a:avLst/>
          </a:prstGeom>
          <a:solidFill>
            <a:srgbClr val="FAB1A0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858000" y="313639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Anywhere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172200" y="3657600"/>
            <a:ext cx="2423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iOS &amp; Android — your decks sync across all devices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C3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6C5CE7">
              <a:alpha val="30000"/>
            </a:srgbClr>
          </a:solidFill>
          <a:ln w="12700">
            <a:solidFill>
              <a:srgbClr val="6C5CE7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3200400"/>
            <a:ext cx="2286000" cy="2286000"/>
          </a:xfrm>
          <a:prstGeom prst="ellipse">
            <a:avLst/>
          </a:prstGeom>
          <a:solidFill>
            <a:srgbClr val="FD79A8">
              <a:alpha val="30000"/>
            </a:srgbClr>
          </a:solidFill>
          <a:ln w="12700">
            <a:solidFill>
              <a:srgbClr val="FD79A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Modes 🎮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1508760" cy="3383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051560"/>
            <a:ext cx="1508760" cy="54864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🃏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6576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Flashcards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19456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front/back with smart spacing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3337560"/>
            <a:ext cx="1234440" cy="347472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levels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57400" y="1051560"/>
            <a:ext cx="1508760" cy="3383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057400" y="1051560"/>
            <a:ext cx="1508760" cy="54864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5" name="Text 13"/>
          <p:cNvSpPr/>
          <p:nvPr/>
        </p:nvSpPr>
        <p:spPr>
          <a:xfrm>
            <a:off x="205740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205740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Round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057400" y="219456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questions — great pre-exam rush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194560" y="3337560"/>
            <a:ext cx="1234440" cy="347472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9" name="Text 17"/>
          <p:cNvSpPr/>
          <p:nvPr/>
        </p:nvSpPr>
        <p:spPr>
          <a:xfrm>
            <a:off x="2194560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pressure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749040" y="1051560"/>
            <a:ext cx="1508760" cy="3383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0" y="1051560"/>
            <a:ext cx="1508760" cy="54864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2" name="Text 20"/>
          <p:cNvSpPr/>
          <p:nvPr/>
        </p:nvSpPr>
        <p:spPr>
          <a:xfrm>
            <a:off x="374904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😌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374904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Chill Mode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749040" y="219456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timer, hints on tap, zero stress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86200" y="3337560"/>
            <a:ext cx="1234440" cy="347472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26" name="Text 24"/>
          <p:cNvSpPr/>
          <p:nvPr/>
        </p:nvSpPr>
        <p:spPr>
          <a:xfrm>
            <a:off x="3886200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40680" y="1051560"/>
            <a:ext cx="1508760" cy="3383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40680" y="1051560"/>
            <a:ext cx="1508760" cy="54864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29" name="Text 27"/>
          <p:cNvSpPr/>
          <p:nvPr/>
        </p:nvSpPr>
        <p:spPr>
          <a:xfrm>
            <a:off x="544068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⚔️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544068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 Mode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219456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multiplayer quiz with your squad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577840" y="3337560"/>
            <a:ext cx="1234440" cy="347472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33" name="Text 31"/>
          <p:cNvSpPr/>
          <p:nvPr/>
        </p:nvSpPr>
        <p:spPr>
          <a:xfrm>
            <a:off x="5577840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study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132320" y="1051560"/>
            <a:ext cx="1508760" cy="338328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132320" y="1051560"/>
            <a:ext cx="1508760" cy="54864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36" name="Text 34"/>
          <p:cNvSpPr/>
          <p:nvPr/>
        </p:nvSpPr>
        <p:spPr>
          <a:xfrm>
            <a:off x="7132320" y="114300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7132320" y="1737360"/>
            <a:ext cx="1508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Mode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132320" y="2194560"/>
            <a:ext cx="1508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DD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MCQ, fill-in-blank &amp; short answer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269480" y="3337560"/>
            <a:ext cx="1234440" cy="347472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40" name="Text 38"/>
          <p:cNvSpPr/>
          <p:nvPr/>
        </p:nvSpPr>
        <p:spPr>
          <a:xfrm>
            <a:off x="7269480" y="3337560"/>
            <a:ext cx="1234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prep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C5CE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 🔧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85800" y="1097280"/>
            <a:ext cx="822960" cy="822960"/>
          </a:xfrm>
          <a:prstGeom prst="ellipse">
            <a:avLst/>
          </a:prstGeom>
          <a:solidFill>
            <a:srgbClr val="4C3BCF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📤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74320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0" y="312724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 your notes, PDFs, or paste 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874520" y="11887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9BFE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395728" y="1097280"/>
            <a:ext cx="822960" cy="822960"/>
          </a:xfrm>
          <a:prstGeom prst="ellipse">
            <a:avLst/>
          </a:prstGeom>
          <a:solidFill>
            <a:srgbClr val="4C3BCF"/>
          </a:solidFill>
          <a:ln/>
        </p:spPr>
      </p:sp>
      <p:sp>
        <p:nvSpPr>
          <p:cNvPr id="11" name="Text 9"/>
          <p:cNvSpPr/>
          <p:nvPr/>
        </p:nvSpPr>
        <p:spPr>
          <a:xfrm>
            <a:off x="2395728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84248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984248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84248" y="312724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builds your flashcards &amp; quizzes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84448" y="11887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9BFE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105656" y="1097280"/>
            <a:ext cx="822960" cy="822960"/>
          </a:xfrm>
          <a:prstGeom prst="ellipse">
            <a:avLst/>
          </a:prstGeom>
          <a:solidFill>
            <a:srgbClr val="4C3BCF"/>
          </a:solidFill>
          <a:ln/>
        </p:spPr>
      </p:sp>
      <p:sp>
        <p:nvSpPr>
          <p:cNvPr id="17" name="Text 15"/>
          <p:cNvSpPr/>
          <p:nvPr/>
        </p:nvSpPr>
        <p:spPr>
          <a:xfrm>
            <a:off x="4105656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694176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🎮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694176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94176" y="312724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mode and get going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94376" y="11887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9BFE"/>
                </a:solidFill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815584" y="1097280"/>
            <a:ext cx="822960" cy="822960"/>
          </a:xfrm>
          <a:prstGeom prst="ellipse">
            <a:avLst/>
          </a:prstGeom>
          <a:solidFill>
            <a:srgbClr val="4C3BCF"/>
          </a:solidFill>
          <a:ln/>
        </p:spPr>
      </p:sp>
      <p:sp>
        <p:nvSpPr>
          <p:cNvPr id="23" name="Text 21"/>
          <p:cNvSpPr/>
          <p:nvPr/>
        </p:nvSpPr>
        <p:spPr>
          <a:xfrm>
            <a:off x="5815584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04104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04104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04104" y="312724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weak spots on your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04304" y="1188720"/>
            <a:ext cx="365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29BFE"/>
                </a:solidFill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525512" y="1097280"/>
            <a:ext cx="822960" cy="822960"/>
          </a:xfrm>
          <a:prstGeom prst="ellipse">
            <a:avLst/>
          </a:prstGeom>
          <a:solidFill>
            <a:srgbClr val="4C3BCF"/>
          </a:solidFill>
          <a:ln/>
        </p:spPr>
      </p:sp>
      <p:sp>
        <p:nvSpPr>
          <p:cNvPr id="29" name="Text 27"/>
          <p:cNvSpPr/>
          <p:nvPr/>
        </p:nvSpPr>
        <p:spPr>
          <a:xfrm>
            <a:off x="7525512" y="10972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114032" y="20574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🚀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114032" y="2697480"/>
            <a:ext cx="1645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3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Up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114032" y="3127248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Smash your exam — you've got this!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1371600" y="4160520"/>
            <a:ext cx="6400800" cy="594360"/>
          </a:xfrm>
          <a:prstGeom prst="rect">
            <a:avLst/>
          </a:prstGeom>
          <a:solidFill>
            <a:srgbClr val="4C3BC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1371600" y="41605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students see improvement within their first week of consistent use 📈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4C3BC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Plans &amp; Pricing 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2468880" cy="3474720"/>
          </a:xfrm>
          <a:prstGeom prst="rect">
            <a:avLst/>
          </a:prstGeom>
          <a:solidFill>
            <a:srgbClr val="DFE6E9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D34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 active decks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09067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Basic quizzes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5295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Progress tracking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468880" cy="3474720"/>
          </a:xfrm>
          <a:prstGeom prst="rect">
            <a:avLst/>
          </a:prstGeom>
          <a:solidFill>
            <a:srgbClr val="4C3BC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468880" cy="347472"/>
          </a:xfrm>
          <a:prstGeom prst="rect">
            <a:avLst/>
          </a:prstGeom>
          <a:solidFill>
            <a:srgbClr val="FD79A8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058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444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Pro ⭐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291840" y="1947672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£4.99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3291840" y="25877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29000" y="299923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decks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43814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study modes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387705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Explainer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4315968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Study Rooms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80760" y="1005840"/>
            <a:ext cx="2468880" cy="3474720"/>
          </a:xfrm>
          <a:prstGeom prst="rect">
            <a:avLst/>
          </a:prstGeom>
          <a:solidFill>
            <a:srgbClr val="6C5CE7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08076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80760" y="16002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£12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6080760" y="2240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2651760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 users included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17920" y="3090672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Everything in Pro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3529584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admin panel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4663440"/>
            <a:ext cx="8138160" cy="36576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46634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 Students with .edu or .ac.uk email get 50% off Student Pro — automatically!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C3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C5CE7">
              <a:alpha val="25000"/>
            </a:srgbClr>
          </a:solidFill>
          <a:ln w="12700">
            <a:solidFill>
              <a:srgbClr val="6C5CE7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0000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Coming 🗺️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1508760" cy="3474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1097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📴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1234440" cy="365760"/>
          </a:xfrm>
          <a:prstGeom prst="rect">
            <a:avLst/>
          </a:prstGeom>
          <a:solidFill>
            <a:srgbClr val="00CEC9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926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029968" y="1005840"/>
            <a:ext cx="1508760" cy="3474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29968" y="1097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✍️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029968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29968" y="21031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 OCR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167128" y="2926080"/>
            <a:ext cx="1234440" cy="36576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16" name="Text 14"/>
          <p:cNvSpPr/>
          <p:nvPr/>
        </p:nvSpPr>
        <p:spPr>
          <a:xfrm>
            <a:off x="2167128" y="2926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739896" y="1005840"/>
            <a:ext cx="1508760" cy="3474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739896" y="1097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🍅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739896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39896" y="21031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Pomodoro Timer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77056" y="2926080"/>
            <a:ext cx="1234440" cy="36576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2" name="Text 20"/>
          <p:cNvSpPr/>
          <p:nvPr/>
        </p:nvSpPr>
        <p:spPr>
          <a:xfrm>
            <a:off x="3877056" y="2926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49824" y="1005840"/>
            <a:ext cx="1508760" cy="3474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49824" y="1097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📅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5449824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49824" y="21031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Reminders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86984" y="2926080"/>
            <a:ext cx="1234440" cy="365760"/>
          </a:xfrm>
          <a:prstGeom prst="rect">
            <a:avLst/>
          </a:prstGeom>
          <a:solidFill>
            <a:srgbClr val="FDCB6E"/>
          </a:solidFill>
          <a:ln/>
        </p:spPr>
      </p:sp>
      <p:sp>
        <p:nvSpPr>
          <p:cNvPr id="28" name="Text 26"/>
          <p:cNvSpPr/>
          <p:nvPr/>
        </p:nvSpPr>
        <p:spPr>
          <a:xfrm>
            <a:off x="5586984" y="2926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59752" y="1005840"/>
            <a:ext cx="1508760" cy="3474720"/>
          </a:xfrm>
          <a:prstGeom prst="rect">
            <a:avLst/>
          </a:prstGeom>
          <a:solidFill>
            <a:srgbClr val="FFFFFF">
              <a:alpha val="88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7159752" y="109728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👩‍🏫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7159752" y="1737360"/>
            <a:ext cx="1508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159752" y="210312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Tools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296912" y="2926080"/>
            <a:ext cx="1234440" cy="365760"/>
          </a:xfrm>
          <a:prstGeom prst="rect">
            <a:avLst/>
          </a:prstGeom>
          <a:solidFill>
            <a:srgbClr val="A29BFE"/>
          </a:solidFill>
          <a:ln/>
        </p:spPr>
      </p:sp>
      <p:sp>
        <p:nvSpPr>
          <p:cNvPr id="34" name="Text 32"/>
          <p:cNvSpPr/>
          <p:nvPr/>
        </p:nvSpPr>
        <p:spPr>
          <a:xfrm>
            <a:off x="7296912" y="292608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 a feature idea? Tell us on Discord — student suggestions literally shape our roadmap 🙌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C3B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6C5CE7">
              <a:alpha val="35000"/>
            </a:srgbClr>
          </a:solidFill>
          <a:ln w="12700">
            <a:solidFill>
              <a:srgbClr val="6C5CE7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FD79A8">
              <a:alpha val="35000"/>
            </a:srgbClr>
          </a:solidFill>
          <a:ln w="12700">
            <a:solidFill>
              <a:srgbClr val="FD79A8">
                <a:alpha val="3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got this! 🚀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A29B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 is built by students, for students.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423160"/>
            <a:ext cx="16459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23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✉️  hello@elevate.io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2423160"/>
            <a:ext cx="16459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97480" y="2423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 discord.gg/elevate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2423160"/>
            <a:ext cx="16459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17720" y="2423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🐛  bugs@elevate.io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0" y="2423160"/>
            <a:ext cx="1645920" cy="777240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37960" y="2423160"/>
            <a:ext cx="1645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elevate.io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371600" y="3520440"/>
            <a:ext cx="6400800" cy="685800"/>
          </a:xfrm>
          <a:prstGeom prst="rect">
            <a:avLst/>
          </a:prstGeom>
          <a:solidFill>
            <a:srgbClr val="FD79A8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371600" y="352044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studying smarter today — it's free to sign up 🎓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2026-03-23T20:52:01Z</dcterms:created>
  <dcterms:modified xsi:type="dcterms:W3CDTF">2026-03-23T20:52:01Z</dcterms:modified>
</cp:coreProperties>
</file>