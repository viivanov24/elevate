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8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ELEVATE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School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Programming Basics  |  IX Grade  |  2025/2026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3017520"/>
            <a:ext cx="2743200" cy="36576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8590"/>
                </a:solidFill>
              </a:rPr>
              <a:t>Professional Gymnasium for Computer Programming &amp; Innovations  —  Burgas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Elevate?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 is a C++ console application that functions as an interactive Electronic School for learning C++ Programming Basics. It combines structured learning content, randomized testing, and student statistics in one program.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2560320" cy="2560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2103120"/>
            <a:ext cx="2560320" cy="7315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Mode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7432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30 questions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correct answers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per category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2103120"/>
            <a:ext cx="2560320" cy="2560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2103120"/>
            <a:ext cx="2560320" cy="73152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37560" y="27432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randomly generated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graded 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Bulgarian 2-6 scale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2103120"/>
            <a:ext cx="2560320" cy="2560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2103120"/>
            <a:ext cx="256032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72200" y="27432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scores, averages,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best/worst students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category performance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File Structure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840480" cy="54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8988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20240" y="13898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(C++17 standard)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3840480" cy="54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04825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20240" y="2048256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Raylib 5.0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88336"/>
            <a:ext cx="3840480" cy="54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70662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920240" y="270662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2022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46704"/>
            <a:ext cx="3840480" cy="54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36499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336499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914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846320" y="1325880"/>
            <a:ext cx="45720" cy="34747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13258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13258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point, game loop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1783080"/>
            <a:ext cx="45720" cy="34747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7830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globals.h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17830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Structs &amp; constants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5720" cy="34747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22402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questions.h/.cpp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0" y="22402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30-question bank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46320" y="2697480"/>
            <a:ext cx="45720" cy="34747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26974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accounts.h/.cpp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0" y="26974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password hash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154680"/>
            <a:ext cx="45720" cy="34747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3480" y="31546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test.h/.cpp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58000" y="31546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generation &amp; scoring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46320" y="3611880"/>
            <a:ext cx="45720" cy="34747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83480" y="36118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statistics.h/.cpp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58000" y="36118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analytics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846320" y="4069080"/>
            <a:ext cx="45720" cy="34747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83480" y="40690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renderer.h/.cpp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858000" y="40690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Raylib UI code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46320" y="4526280"/>
            <a:ext cx="45720" cy="34747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83480" y="452628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utils.h/.cpp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858000" y="45262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&amp; grading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Concepts Used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274320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54864" cy="182880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1556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536192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functions for input, output,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data processing. Function overloading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default parameters used throughout.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05840"/>
            <a:ext cx="54864" cy="182880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11556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37560" y="1536192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Fisher-Yates shuffle uses recursion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random index swapping. Password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iterates recursively over chars.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005840"/>
            <a:ext cx="274320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005840"/>
            <a:ext cx="54864" cy="1828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111556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1536192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std::string class used for all text.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substr, find, size, erase,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concatenation with + operator.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971800"/>
            <a:ext cx="274320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971800"/>
            <a:ext cx="54864" cy="1828800"/>
          </a:xfrm>
          <a:prstGeom prst="rect">
            <a:avLst/>
          </a:prstGeom>
          <a:solidFill>
            <a:srgbClr val="FFA31A"/>
          </a:solidFill>
          <a:ln w="12700">
            <a:solidFill>
              <a:srgbClr val="FFA3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08152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11480" y="3502152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and StudentResult structs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all data. Arrays of structs used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question bank and results.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2971800"/>
            <a:ext cx="274320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2971800"/>
            <a:ext cx="54864" cy="1828800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308152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 &amp; 2D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37560" y="3502152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bank is a fixed array[30].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categoryCorrect[NUM_CATEGORIES] is 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2D-like array inside each struct.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2971800"/>
            <a:ext cx="274320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2971800"/>
            <a:ext cx="54864" cy="182880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308152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 / Hashing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63640" y="3502152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 uses XOR (^) bitwise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on each character combined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position-based salt value.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A31A"/>
          </a:solidFill>
          <a:ln w="12700">
            <a:solidFill>
              <a:srgbClr val="FFA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System &amp; Password Hashing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A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User registers with username + password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Password is hashed using XOR + hex string algorithm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Only the hash is stored — never the plain text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On login, the entered password is hashed again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38328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Hashes are compared using string equality (==)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First registered account automatically becomes Admin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914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A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Algorithm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46320" y="1325880"/>
            <a:ext cx="3840480" cy="3200400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14173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each char in password: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83480" y="17830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mixed = (char XOR (pos+7))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83480" y="21488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+ (pos * 3)) % 256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25146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hex += hexChars[mixed/16]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28803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hex += hexChars[mixed%16]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83480" y="32461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83480" y="36118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checksum = sum(all chars) % 65536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39776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= "L{len}-{hex}-{checksum}"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FFA31A"/>
          </a:solidFill>
          <a:ln w="12700">
            <a:solidFill>
              <a:srgbClr val="FFA31A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System &amp; Grading Scale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Bank Structure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011680" cy="347472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25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1325880"/>
            <a:ext cx="731520" cy="347472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32588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325880"/>
            <a:ext cx="731520" cy="347472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132588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0" y="1325880"/>
            <a:ext cx="914400" cy="347472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77640" y="132588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Each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1325880"/>
            <a:ext cx="914400" cy="347472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132588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Points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691640"/>
            <a:ext cx="201168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6916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&amp; Data Types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468880" y="1691640"/>
            <a:ext cx="73152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1691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1691640"/>
            <a:ext cx="73152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46120" y="1691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31920" y="1691640"/>
            <a:ext cx="9144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77640" y="169164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1691640"/>
            <a:ext cx="9144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169164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2075688"/>
            <a:ext cx="201168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207568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468880" y="2075688"/>
            <a:ext cx="73152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14600" y="207568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0" y="2075688"/>
            <a:ext cx="73152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46120" y="207568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931920" y="2075688"/>
            <a:ext cx="9144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977640" y="2075688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46320" y="2075688"/>
            <a:ext cx="9144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2075688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pts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2459736"/>
            <a:ext cx="201168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2459736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&amp; Strings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468880" y="2459736"/>
            <a:ext cx="73152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14600" y="2459736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0" y="2459736"/>
            <a:ext cx="73152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46120" y="2459736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931920" y="2459736"/>
            <a:ext cx="9144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77640" y="2459736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pts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846320" y="2459736"/>
            <a:ext cx="9144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92040" y="2459736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pts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7200" y="2843784"/>
            <a:ext cx="2011680" cy="365760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284378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468880" y="2843784"/>
            <a:ext cx="731520" cy="365760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14600" y="284378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200400" y="2843784"/>
            <a:ext cx="731520" cy="365760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46120" y="284378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931920" y="2843784"/>
            <a:ext cx="914400" cy="365760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77640" y="2843784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846320" y="2843784"/>
            <a:ext cx="914400" cy="365760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92040" y="2843784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pts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A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Bulgarian Grading Scale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5669280" y="1371600"/>
            <a:ext cx="3017520" cy="5029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0" y="1371600"/>
            <a:ext cx="54864" cy="50292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06440" y="13716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949440" y="13716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 90%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669280" y="1938528"/>
            <a:ext cx="3017520" cy="5029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669280" y="1938528"/>
            <a:ext cx="54864" cy="5029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806440" y="1938528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5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6949440" y="1938528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 75%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5669280" y="2505456"/>
            <a:ext cx="3017520" cy="5029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69280" y="2505456"/>
            <a:ext cx="54864" cy="502920"/>
          </a:xfrm>
          <a:prstGeom prst="rect">
            <a:avLst/>
          </a:prstGeom>
          <a:solidFill>
            <a:srgbClr val="FFA31A"/>
          </a:solidFill>
          <a:ln w="12700">
            <a:solidFill>
              <a:srgbClr val="FFA31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806440" y="2505456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4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6949440" y="2505456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 62%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5669280" y="3072384"/>
            <a:ext cx="3017520" cy="5029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669280" y="3072384"/>
            <a:ext cx="54864" cy="502920"/>
          </a:xfrm>
          <a:prstGeom prst="rect">
            <a:avLst/>
          </a:prstGeom>
          <a:solidFill>
            <a:srgbClr val="FFA31A"/>
          </a:solidFill>
          <a:ln w="12700">
            <a:solidFill>
              <a:srgbClr val="FFA31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806440" y="3072384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</a:t>
            </a:r>
            <a:endParaRPr lang="en-US" sz="1400" dirty="0"/>
          </a:p>
        </p:txBody>
      </p:sp>
      <p:sp>
        <p:nvSpPr>
          <p:cNvPr id="72" name="Text 70"/>
          <p:cNvSpPr/>
          <p:nvPr/>
        </p:nvSpPr>
        <p:spPr>
          <a:xfrm>
            <a:off x="6949440" y="3072384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 50%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5669280" y="3639312"/>
            <a:ext cx="3017520" cy="5029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69280" y="3639312"/>
            <a:ext cx="54864" cy="502920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806440" y="363931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2</a:t>
            </a:r>
            <a:endParaRPr lang="en-US" sz="1400" dirty="0"/>
          </a:p>
        </p:txBody>
      </p:sp>
      <p:sp>
        <p:nvSpPr>
          <p:cNvPr id="76" name="Text 74"/>
          <p:cNvSpPr/>
          <p:nvPr/>
        </p:nvSpPr>
        <p:spPr>
          <a:xfrm>
            <a:off x="6949440" y="3639312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50%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Raylib — Graphical Interface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graphical code is isolated in renderer.cpp / renderer.h. The C++ logic (grading, hashing, test generation) is completely separate and unchanged. Every Raylib function call is commented to explain what it does.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256032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828800"/>
            <a:ext cx="256032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9202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" y="230428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Username/password input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text cursor &amp; masking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828800"/>
            <a:ext cx="256032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828800"/>
            <a:ext cx="256032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0128" y="19202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10128" y="230428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creation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confirmation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828800"/>
            <a:ext cx="256032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828800"/>
            <a:ext cx="256032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19202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Menu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44768" y="230428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clickable cards,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full-screen responsive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46120"/>
            <a:ext cx="256032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246120"/>
            <a:ext cx="256032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33375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Mode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5488" y="372160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Scrollable lesson view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correct answers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0" y="3246120"/>
            <a:ext cx="256032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0" y="3246120"/>
            <a:ext cx="256032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10128" y="33375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310128" y="372160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bar, answer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with timer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3246120"/>
            <a:ext cx="256032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35040" y="3246120"/>
            <a:ext cx="256032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33375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144768" y="372160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Scrollable table,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bar charts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&amp; Project Management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Structure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4114800" cy="3200400"/>
          </a:xfrm>
          <a:prstGeom prst="rect">
            <a:avLst/>
          </a:prstGeom>
          <a:solidFill>
            <a:srgbClr val="1E2530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4447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ElevateFinal/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elevate.sln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02996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.gitignore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3225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raylib/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6151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include/  (raylib.h, rlgl.h ...)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9077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lib/      (raylibdll.lib)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32004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elevate/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349300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elevate.vcxproj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785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*.cpp  *.h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407822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x64/Debug/raylib.dll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Workflow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029200" y="1417320"/>
            <a:ext cx="365760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144475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66360" y="176479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all changes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0" y="2194560"/>
            <a:ext cx="365760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66360" y="222199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"message"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66360" y="254203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with description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0" y="2971800"/>
            <a:ext cx="365760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66360" y="299923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66360" y="331927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0" y="3749040"/>
            <a:ext cx="365760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66360" y="377647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.gitignore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09651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x64/, .vs/, *.exe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4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0" y="2651760"/>
            <a:ext cx="3657600" cy="36576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260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14400" y="3657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834640" y="29260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834640" y="3657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9260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754880" y="3657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9260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675120" y="3657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IX Grade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D8590"/>
                </a:solidFill>
              </a:rPr>
              <a:t>Professional Gymnasium for Computer Programming &amp; Innovations — Burgas  |  2025/2026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Elevate - Electronic School</dc:title>
  <dc:subject>PptxGenJS Presentation</dc:subject>
  <dc:creator>Elevate Team</dc:creator>
  <cp:lastModifiedBy>Elevate Team</cp:lastModifiedBy>
  <cp:revision>1</cp:revision>
  <dcterms:created xsi:type="dcterms:W3CDTF">2026-03-23T21:39:44Z</dcterms:created>
  <dcterms:modified xsi:type="dcterms:W3CDTF">2026-03-23T21:39:44Z</dcterms:modified>
</cp:coreProperties>
</file>